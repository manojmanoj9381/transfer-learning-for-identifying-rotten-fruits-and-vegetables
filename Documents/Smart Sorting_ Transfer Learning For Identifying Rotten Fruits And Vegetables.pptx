
<file path=[Content_Types].xml><?xml version="1.0" encoding="utf-8"?>
<Types xmlns="http://schemas.openxmlformats.org/package/2006/content-types">
  <Default Extension="rels" ContentType="application/vnd.openxmlformats-package.relationships+xml"/>
  <Default Extension="smart-sorting-transfer-learning-for-identifying-rotten-fruits-and-vegetables" ContentType="image/smart-sorting-transfer-learning-for-identifying-rotten-fruits-and-vegetables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58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mart-sorting-transfer-learning-for-identifying-rotten-fruits-and-vegetables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mart-sorting-transfer-learning-for-identifying-rotten-fruits-and-vegetables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mart-sorting-transfer-learning-for-identifying-rotten-fruits-and-vegetables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mart-sorting-transfer-learning-for-identifying-rotten-fruits-and-vegetables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mart-sorting-transfer-learning-for-identifying-rotten-fruits-and-vegetables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mart-sorting-transfer-learning-for-identifying-rotten-fruits-and-vegetables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mart-sorting-transfer-learning-for-identifying-rotten-fruits-and-vegetables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mart-sorting-transfer-learning-for-identifying-rotten-fruits-and-vegetables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mart-sorting-transfer-learning-for-identifying-rotten-fruits-and-vegetables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mart-sorting-transfer-learning-for-identifying-rotten-fruits-and-vegetables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Sorting: Transfer Learning For Identifying Rotten Fruits And Vegetables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leverages advanced image recognition techniques to improve agricultural quality control.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Identifying rotten fruits and vegetables accurately can reduce waste and increase food safety.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enables rapid development of effective models with limited labeled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Accurate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sorting ensures only high-quality produce reaches consumers.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Detecting rot early prevents the spread of spoilage and contamination.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systems can operate continuously, increasing efficiency in sorting facilities.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Traditional Sorting Methods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Manual sorting is labor-intensive and prone to human error.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machine vision systems require extensive training data specific to each produce type.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lighting and produce appearance complicates accurate detection.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Transfer Learning?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involves leveraging pre-trained models to solve new but related tasks.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reduces the need for large amounts of labeled data for the target task.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models like CNNs (Convolutional Neural Networks) are often used in image recognition tasks.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Applying Transfer Learning to Fruit and Vegetable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Pre-trained models are fine-tuned on images of fruits and vegetables to detect rot.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accelerates model development and enhances detection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 techniques are used to improve model robustness against variations.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Preparation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High-quality images of fresh and rotten produce are collected from different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Labeling data accurately is crucial for effective transfer learning.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augmentation, such as rotation and lighting adjustments, helps improve model generalization.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Development and Training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pre-trained CNN model like ResNet or Inception is selected for transfer learning.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model is fine-tuned on the collected dataset to recognize rotten produce.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Validation and testing are performed to evaluate the model’s accuracy and reliability.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in Sorting Lines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trained model is integrated into real-time sorting systems with cameras and conveyors.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Fast inference speeds enable real-time detection and sorting of produce.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Feedback mechanisms are used to continuously improve system performance in changing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and Future Prospects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smart sorting reduces food waste and enhances overall quality control.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allows for adaptable systems across different types of produce.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advancements may include multispectral imaging and IoT integration for smarter sorting.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is a powerful tool for developing efficient, accurate sorting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technologies contribute to sustainable and safer food production.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innovation will further improve detection capabilities and operational efficiency.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Sorting: Transfer Learning For Identifying Rotten Fruits And Vegetables</dc:title>
  <dc:subject>Smart Sorting: Transfer Learning For Identifying Rotten Fruits And Vegetables</dc:subject>
  <dc:creator>SlideMake.com</dc:creator>
  <cp:lastModifiedBy>Hacker .M</cp:lastModifiedBy>
  <cp:revision>2</cp:revision>
  <dcterms:created xsi:type="dcterms:W3CDTF">2026-02-18T06:16:39Z</dcterms:created>
  <dcterms:modified xsi:type="dcterms:W3CDTF">2026-02-19T15:27:23Z</dcterms:modified>
</cp:coreProperties>
</file>